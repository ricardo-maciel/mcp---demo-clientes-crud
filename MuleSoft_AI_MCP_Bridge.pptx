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78" y="8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3882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cs.mulesoft.com/api-manager/latest/create-instance-task-mcp-bridge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E17B4C1F-CAD0-10B8-2515-FF853E6CDE8C}"/>
              </a:ext>
            </a:extLst>
          </p:cNvPr>
          <p:cNvSpPr/>
          <p:nvPr/>
        </p:nvSpPr>
        <p:spPr>
          <a:xfrm>
            <a:off x="146648" y="362310"/>
            <a:ext cx="2751827" cy="75050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/>
              <a:t>Solução 1:</a:t>
            </a:r>
          </a:p>
          <a:p>
            <a:pPr marL="228600" indent="-228600">
              <a:buAutoNum type="arabicPeriod"/>
            </a:pPr>
            <a:r>
              <a:rPr lang="pt-BR" sz="1200" dirty="0"/>
              <a:t>Novo App MCP Server, chamando uma API para cada MCP Tool.</a:t>
            </a:r>
          </a:p>
          <a:p>
            <a:pPr marL="228600" indent="-228600">
              <a:buAutoNum type="arabicPeriod"/>
            </a:pPr>
            <a:r>
              <a:rPr lang="pt-BR" sz="1200" dirty="0"/>
              <a:t>Único Endpoint.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2D7EC127-368F-42F2-81B8-64E4B46EFD3B}"/>
              </a:ext>
            </a:extLst>
          </p:cNvPr>
          <p:cNvSpPr/>
          <p:nvPr/>
        </p:nvSpPr>
        <p:spPr>
          <a:xfrm>
            <a:off x="8222664" y="86062"/>
            <a:ext cx="3589232" cy="1026748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/>
              <a:t>Solução 2:</a:t>
            </a:r>
          </a:p>
          <a:p>
            <a:pPr marL="228600" indent="-228600">
              <a:buAutoNum type="arabicPeriod"/>
            </a:pPr>
            <a:r>
              <a:rPr lang="pt-BR" sz="1200" dirty="0"/>
              <a:t>Atualize APIs existentes, adicionando um Conector “MCP Tool </a:t>
            </a:r>
            <a:r>
              <a:rPr lang="pt-BR" sz="1200" dirty="0" err="1"/>
              <a:t>Listener</a:t>
            </a:r>
            <a:r>
              <a:rPr lang="pt-BR" sz="1200" dirty="0"/>
              <a:t>” na frente de cada método. </a:t>
            </a:r>
          </a:p>
          <a:p>
            <a:pPr marL="228600" indent="-228600">
              <a:buAutoNum type="arabicPeriod"/>
            </a:pPr>
            <a:r>
              <a:rPr lang="pt-BR" sz="1200" dirty="0"/>
              <a:t>Múltiplos </a:t>
            </a:r>
            <a:r>
              <a:rPr lang="pt-BR" sz="1200" dirty="0" err="1"/>
              <a:t>Endpoints</a:t>
            </a:r>
            <a:r>
              <a:rPr lang="pt-BR" sz="12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FAFB1F95-BD4A-A617-BA89-A3E7595FD02E}"/>
              </a:ext>
            </a:extLst>
          </p:cNvPr>
          <p:cNvSpPr txBox="1"/>
          <p:nvPr/>
        </p:nvSpPr>
        <p:spPr>
          <a:xfrm>
            <a:off x="30480" y="6474318"/>
            <a:ext cx="5703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hlinkClick r:id="rId4"/>
              </a:rPr>
              <a:t>Adding</a:t>
            </a:r>
            <a:r>
              <a:rPr lang="pt-BR" dirty="0">
                <a:hlinkClick r:id="rId4"/>
              </a:rPr>
              <a:t> </a:t>
            </a:r>
            <a:r>
              <a:rPr lang="pt-BR" dirty="0" err="1">
                <a:hlinkClick r:id="rId4"/>
              </a:rPr>
              <a:t>an</a:t>
            </a:r>
            <a:r>
              <a:rPr lang="pt-BR" dirty="0">
                <a:hlinkClick r:id="rId4"/>
              </a:rPr>
              <a:t> MCP Bridge </a:t>
            </a:r>
            <a:r>
              <a:rPr lang="pt-BR" dirty="0" err="1">
                <a:hlinkClick r:id="rId4"/>
              </a:rPr>
              <a:t>Instance</a:t>
            </a:r>
            <a:r>
              <a:rPr lang="pt-BR" dirty="0">
                <a:hlinkClick r:id="rId4"/>
              </a:rPr>
              <a:t> | </a:t>
            </a:r>
            <a:r>
              <a:rPr lang="pt-BR" dirty="0" err="1">
                <a:hlinkClick r:id="rId4"/>
              </a:rPr>
              <a:t>MuleSoft</a:t>
            </a:r>
            <a:r>
              <a:rPr lang="pt-BR" dirty="0">
                <a:hlinkClick r:id="rId4"/>
              </a:rPr>
              <a:t> </a:t>
            </a:r>
            <a:r>
              <a:rPr lang="pt-BR" dirty="0" err="1">
                <a:hlinkClick r:id="rId4"/>
              </a:rPr>
              <a:t>Documentation</a:t>
            </a:r>
            <a:endParaRPr lang="pt-B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8846B3C-D553-ADEA-E51F-E108924AAE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340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34EFF6B-3BE3-4648-6A89-0FF38DCDC8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315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55</Words>
  <Application>Microsoft Office PowerPoint</Application>
  <PresentationFormat>Widescreen</PresentationFormat>
  <Paragraphs>11</Paragraphs>
  <Slides>6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Ricardo Maciel</cp:lastModifiedBy>
  <cp:revision>4</cp:revision>
  <dcterms:created xsi:type="dcterms:W3CDTF">2026-06-02T01:41:17Z</dcterms:created>
  <dcterms:modified xsi:type="dcterms:W3CDTF">2026-06-02T02:47:55Z</dcterms:modified>
</cp:coreProperties>
</file>