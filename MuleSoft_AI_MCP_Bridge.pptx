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388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mulesoft.com/api-manager/latest/create-instance-task-mcp-bridge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cardo-maciel/MCP---Demo-Clientes-CRUD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icardo-maciel.github.io/MCP---Demo-Clientes-CRUD/implementacao_passo_a_passo_mcp_bridge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17B4C1F-CAD0-10B8-2515-FF853E6CDE8C}"/>
              </a:ext>
            </a:extLst>
          </p:cNvPr>
          <p:cNvSpPr/>
          <p:nvPr/>
        </p:nvSpPr>
        <p:spPr>
          <a:xfrm>
            <a:off x="146648" y="362310"/>
            <a:ext cx="2751827" cy="7505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1" dirty="0"/>
              <a:t>Solução 1:</a:t>
            </a:r>
          </a:p>
          <a:p>
            <a:pPr marL="228600" indent="-228600">
              <a:buAutoNum type="arabicPeriod"/>
            </a:pPr>
            <a:r>
              <a:rPr lang="pt-BR" sz="1200" dirty="0"/>
              <a:t>Novo App MCP Server, chamando uma API para cada MCP Tool.</a:t>
            </a:r>
          </a:p>
          <a:p>
            <a:pPr marL="228600" indent="-228600">
              <a:buAutoNum type="arabicPeriod"/>
            </a:pPr>
            <a:r>
              <a:rPr lang="pt-BR" sz="1200" dirty="0"/>
              <a:t>Único Endpoint.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7EC127-368F-42F2-81B8-64E4B46EFD3B}"/>
              </a:ext>
            </a:extLst>
          </p:cNvPr>
          <p:cNvSpPr/>
          <p:nvPr/>
        </p:nvSpPr>
        <p:spPr>
          <a:xfrm>
            <a:off x="8222664" y="86062"/>
            <a:ext cx="3589232" cy="102674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1" dirty="0"/>
              <a:t>Solução 2:</a:t>
            </a:r>
          </a:p>
          <a:p>
            <a:pPr marL="228600" indent="-228600">
              <a:buAutoNum type="arabicPeriod"/>
            </a:pPr>
            <a:r>
              <a:rPr lang="pt-BR" sz="1200" dirty="0"/>
              <a:t>Atualize APIs existentes, adicionando um Conector “MCP Tool </a:t>
            </a:r>
            <a:r>
              <a:rPr lang="pt-BR" sz="1200" dirty="0" err="1"/>
              <a:t>Listener</a:t>
            </a:r>
            <a:r>
              <a:rPr lang="pt-BR" sz="1200" dirty="0"/>
              <a:t>” na frente de cada método. </a:t>
            </a:r>
          </a:p>
          <a:p>
            <a:pPr marL="228600" indent="-228600">
              <a:buAutoNum type="arabicPeriod"/>
            </a:pPr>
            <a:r>
              <a:rPr lang="pt-BR" sz="1200" dirty="0"/>
              <a:t>Múltiplos </a:t>
            </a:r>
            <a:r>
              <a:rPr lang="pt-BR" sz="1200" dirty="0" err="1"/>
              <a:t>Endpoints</a:t>
            </a:r>
            <a:r>
              <a:rPr lang="pt-BR" sz="12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FAFB1F95-BD4A-A617-BA89-A3E7595FD02E}"/>
              </a:ext>
            </a:extLst>
          </p:cNvPr>
          <p:cNvSpPr txBox="1"/>
          <p:nvPr/>
        </p:nvSpPr>
        <p:spPr>
          <a:xfrm>
            <a:off x="30480" y="6474318"/>
            <a:ext cx="570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hlinkClick r:id="rId4"/>
              </a:rPr>
              <a:t>Adding</a:t>
            </a:r>
            <a:r>
              <a:rPr lang="pt-BR" dirty="0">
                <a:hlinkClick r:id="rId4"/>
              </a:rPr>
              <a:t> </a:t>
            </a:r>
            <a:r>
              <a:rPr lang="pt-BR" dirty="0" err="1">
                <a:hlinkClick r:id="rId4"/>
              </a:rPr>
              <a:t>an</a:t>
            </a:r>
            <a:r>
              <a:rPr lang="pt-BR" dirty="0">
                <a:hlinkClick r:id="rId4"/>
              </a:rPr>
              <a:t> MCP Bridge </a:t>
            </a:r>
            <a:r>
              <a:rPr lang="pt-BR" dirty="0" err="1">
                <a:hlinkClick r:id="rId4"/>
              </a:rPr>
              <a:t>Instance</a:t>
            </a:r>
            <a:r>
              <a:rPr lang="pt-BR" dirty="0">
                <a:hlinkClick r:id="rId4"/>
              </a:rPr>
              <a:t> | </a:t>
            </a:r>
            <a:r>
              <a:rPr lang="pt-BR" dirty="0" err="1">
                <a:hlinkClick r:id="rId4"/>
              </a:rPr>
              <a:t>MuleSoft</a:t>
            </a:r>
            <a:r>
              <a:rPr lang="pt-BR" dirty="0">
                <a:hlinkClick r:id="rId4"/>
              </a:rPr>
              <a:t> </a:t>
            </a:r>
            <a:r>
              <a:rPr lang="pt-BR" dirty="0" err="1">
                <a:hlinkClick r:id="rId4"/>
              </a:rPr>
              <a:t>Documentation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8846B3C-D553-ADEA-E51F-E108924AAE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340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34EFF6B-3BE3-4648-6A89-0FF38DCDC8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32445CE-4301-3711-0153-13A9AADAA0B2}"/>
              </a:ext>
            </a:extLst>
          </p:cNvPr>
          <p:cNvSpPr txBox="1"/>
          <p:nvPr/>
        </p:nvSpPr>
        <p:spPr>
          <a:xfrm>
            <a:off x="830292" y="3725983"/>
            <a:ext cx="5691278" cy="1477328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pt-BR" b="1" dirty="0"/>
              <a:t>📚 Material de Apoio</a:t>
            </a:r>
          </a:p>
          <a:p>
            <a:pPr>
              <a:buNone/>
            </a:pPr>
            <a:r>
              <a:rPr lang="pt-BR" dirty="0"/>
              <a:t>Exemplos práticos, código-fonte e instruções para testes e aprendizado.</a:t>
            </a:r>
          </a:p>
          <a:p>
            <a:pPr>
              <a:buNone/>
            </a:pPr>
            <a:r>
              <a:rPr lang="pt-BR" dirty="0"/>
              <a:t>🔗 </a:t>
            </a:r>
            <a:r>
              <a:rPr lang="pt-BR" dirty="0">
                <a:hlinkClick r:id="rId3"/>
              </a:rPr>
              <a:t>GitHub – MCP Demo Clientes CRUD</a:t>
            </a:r>
            <a:endParaRPr lang="pt-BR" dirty="0"/>
          </a:p>
          <a:p>
            <a:pPr>
              <a:buNone/>
            </a:pPr>
            <a:r>
              <a:rPr lang="pt-BR" dirty="0"/>
              <a:t>🔗 </a:t>
            </a:r>
            <a:r>
              <a:rPr lang="pt-BR" dirty="0">
                <a:hlinkClick r:id="rId4"/>
              </a:rPr>
              <a:t>GitHub – MCP Bridge Passo a Passo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4315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85</Words>
  <Application>Microsoft Office PowerPoint</Application>
  <PresentationFormat>Widescreen</PresentationFormat>
  <Paragraphs>15</Paragraphs>
  <Slides>6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Ricardo Maciel</cp:lastModifiedBy>
  <cp:revision>6</cp:revision>
  <dcterms:created xsi:type="dcterms:W3CDTF">2026-06-02T01:41:17Z</dcterms:created>
  <dcterms:modified xsi:type="dcterms:W3CDTF">2026-06-02T14:24:22Z</dcterms:modified>
</cp:coreProperties>
</file>